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3D5"/>
    <a:srgbClr val="8E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FC222-040B-4920-B2CA-34B31F15252C}" type="datetimeFigureOut">
              <a:rPr lang="pt-BR" smtClean="0"/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6F320-D90A-4853-9FFF-5F678399A16C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6F320-D90A-4853-9FFF-5F678399A16C}" type="slidenum">
              <a:rPr lang="pt-BR" smtClean="0"/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67100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178104"/>
            <a:ext cx="9144000" cy="107969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0AA7-4F94-4975-8911-F4CB3631AFE2}" type="datetime1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40000" y="365125"/>
            <a:ext cx="111204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40000" y="1825625"/>
            <a:ext cx="11120400" cy="4351338"/>
          </a:xfrm>
        </p:spPr>
        <p:txBody>
          <a:bodyPr/>
          <a:lstStyle>
            <a:lvl2pPr marL="800100" indent="-342900">
              <a:buFont typeface="Arial" charset="0"/>
              <a:buChar char="•"/>
              <a:defRPr sz="2600"/>
            </a:lvl2pPr>
            <a:lvl3pPr>
              <a:defRPr sz="2400"/>
            </a:lvl3pPr>
            <a:lvl4pPr marL="1657350" indent="-285750">
              <a:buFont typeface="Arial" charset="0"/>
              <a:buChar char="•"/>
              <a:defRPr sz="2000"/>
            </a:lvl4pPr>
          </a:lstStyle>
          <a:p>
            <a:pPr lvl="0"/>
            <a:r>
              <a:rPr lang="pt-BR" dirty="0"/>
              <a:t>Clique para editar o texto mestre</a:t>
            </a:r>
            <a:endParaRPr lang="pt-BR" dirty="0"/>
          </a:p>
          <a:p>
            <a:pPr lvl="1"/>
            <a:r>
              <a:rPr lang="pt-BR" dirty="0"/>
              <a:t>Segundo nível</a:t>
            </a:r>
            <a:endParaRPr lang="pt-BR" dirty="0"/>
          </a:p>
          <a:p>
            <a:pPr lvl="2"/>
            <a:r>
              <a:rPr lang="pt-BR" dirty="0"/>
              <a:t>Terceiro nível</a:t>
            </a:r>
            <a:endParaRPr lang="pt-BR" dirty="0"/>
          </a:p>
          <a:p>
            <a:pPr lvl="3"/>
            <a:r>
              <a:rPr lang="pt-BR" dirty="0"/>
              <a:t>Quarto nível</a:t>
            </a:r>
            <a:endParaRPr lang="pt-BR" dirty="0"/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FAC9-14BB-4D92-AF0E-989FB195D1AC}" type="datetime1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40000" y="365125"/>
            <a:ext cx="111204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40000" y="1825625"/>
            <a:ext cx="54798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488200" cy="4351338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  <a:endParaRPr lang="pt-BR" dirty="0"/>
          </a:p>
          <a:p>
            <a:pPr lvl="1"/>
            <a:r>
              <a:rPr lang="pt-BR" dirty="0"/>
              <a:t>Segundo nível</a:t>
            </a:r>
            <a:endParaRPr lang="pt-BR" dirty="0"/>
          </a:p>
          <a:p>
            <a:pPr lvl="2"/>
            <a:r>
              <a:rPr lang="pt-BR" dirty="0"/>
              <a:t>Terceiro nível</a:t>
            </a:r>
            <a:endParaRPr lang="pt-BR" dirty="0"/>
          </a:p>
          <a:p>
            <a:pPr lvl="3"/>
            <a:r>
              <a:rPr lang="pt-BR" dirty="0"/>
              <a:t>Quarto nível</a:t>
            </a:r>
            <a:endParaRPr lang="pt-BR" dirty="0"/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A771A-912A-404F-80F7-0F12C1AFFFB2}" type="datetime1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40000" y="365125"/>
            <a:ext cx="111204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40000" y="1681163"/>
            <a:ext cx="54575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40000" y="2505075"/>
            <a:ext cx="5457575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4882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48820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DD45-5717-4CE2-BBFF-B9A7732749FA}" type="datetime1">
              <a:rPr lang="pt-BR" smtClean="0"/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40000" y="365125"/>
            <a:ext cx="111204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D8B26-95E3-4309-953F-1E6AF95921B6}" type="datetime1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E8469-4789-4C07-BADC-076691D39A2E}" type="datetime1">
              <a:rPr lang="pt-BR" smtClean="0"/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E202B-F809-4FA4-BED9-DAD0A4E7B58E}" type="datetime1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6C452-7BF7-4BFE-AFCA-3D7649BB889F}" type="datetime1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2D3D5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6266656"/>
            <a:ext cx="12192000" cy="5445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40000" y="365125"/>
            <a:ext cx="111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  <a:endParaRPr lang="pt-BR" dirty="0"/>
          </a:p>
          <a:p>
            <a:pPr lvl="1"/>
            <a:r>
              <a:rPr lang="pt-BR" dirty="0"/>
              <a:t>Segundo nível</a:t>
            </a:r>
            <a:endParaRPr lang="pt-BR" dirty="0"/>
          </a:p>
          <a:p>
            <a:pPr lvl="2"/>
            <a:r>
              <a:rPr lang="pt-BR" dirty="0"/>
              <a:t>Terceiro nível</a:t>
            </a:r>
            <a:endParaRPr lang="pt-BR" dirty="0"/>
          </a:p>
          <a:p>
            <a:pPr lvl="3"/>
            <a:r>
              <a:rPr lang="pt-BR" dirty="0"/>
              <a:t>Quarto nível</a:t>
            </a:r>
            <a:endParaRPr lang="pt-BR" dirty="0"/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2153381" y="6356350"/>
            <a:ext cx="1073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D2D3D5"/>
                </a:solidFill>
              </a:defRPr>
            </a:lvl1pPr>
          </a:lstStyle>
          <a:p>
            <a:fld id="{DAB90EA8-462B-4F97-9E9B-2EF8EA3D57AB}" type="datetime1">
              <a:rPr lang="pt-BR" smtClean="0"/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706034" y="6357600"/>
            <a:ext cx="47767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D2D3D5"/>
                </a:solidFill>
              </a:defRPr>
            </a:lvl1pPr>
          </a:lstStyle>
          <a:p>
            <a:r>
              <a:rPr lang="pt-BR" dirty="0"/>
              <a:t>Prof. Me. Newton Carlos Will</a:t>
            </a:r>
            <a:endParaRPr lang="pt-BR" dirty="0"/>
          </a:p>
          <a:p>
            <a:r>
              <a:rPr lang="pt-BR" dirty="0"/>
              <a:t>coens.dv.utfpr.edu.br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960400" y="6357600"/>
            <a:ext cx="108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D2D3D5"/>
                </a:solidFill>
              </a:defRPr>
            </a:lvl1pPr>
          </a:lstStyle>
          <a:p>
            <a:fld id="{0AC89426-F734-4D50-B9E4-BEF9D0A2D624}" type="slidenum">
              <a:rPr lang="pt-BR" smtClean="0"/>
            </a:fld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894" y="6286912"/>
            <a:ext cx="948612" cy="504000"/>
          </a:xfrm>
          <a:prstGeom prst="rect">
            <a:avLst/>
          </a:prstGeom>
        </p:spPr>
      </p:pic>
      <p:pic>
        <p:nvPicPr>
          <p:cNvPr id="10" name="Imagem 9" descr="logo-curso-fundo-preto"/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000000">
                  <a:alpha val="100000"/>
                </a:srgbClr>
              </a:clrFrom>
              <a:clrTo>
                <a:srgbClr val="000000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1930" y="6176010"/>
            <a:ext cx="953770" cy="7334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8E292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Título do Trabalho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178104"/>
            <a:ext cx="9144000" cy="1759057"/>
          </a:xfrm>
        </p:spPr>
        <p:txBody>
          <a:bodyPr>
            <a:normAutofit/>
          </a:bodyPr>
          <a:lstStyle/>
          <a:p>
            <a:r>
              <a:rPr lang="pt-BR" dirty="0"/>
              <a:t>Trabalho de Conclusão de Curso (1 ou 2)</a:t>
            </a:r>
            <a:endParaRPr lang="pt-BR" dirty="0"/>
          </a:p>
          <a:p>
            <a:r>
              <a:rPr lang="pt-BR" dirty="0"/>
              <a:t>Discente: Nome Completo</a:t>
            </a:r>
            <a:endParaRPr lang="pt-BR" dirty="0"/>
          </a:p>
          <a:p>
            <a:r>
              <a:rPr lang="pt-BR" dirty="0"/>
              <a:t>Orientador: Prof. Fulano de Tal</a:t>
            </a:r>
          </a:p>
        </p:txBody>
      </p:sp>
      <p:sp>
        <p:nvSpPr>
          <p:cNvPr id="4" name="Subtítulo 2"/>
          <p:cNvSpPr txBox="1"/>
          <p:nvPr/>
        </p:nvSpPr>
        <p:spPr>
          <a:xfrm>
            <a:off x="1524000" y="332662"/>
            <a:ext cx="9144000" cy="175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Universidade Tecnológica Federal do Paraná</a:t>
            </a:r>
            <a:endParaRPr lang="pt-BR" sz="1800" dirty="0"/>
          </a:p>
          <a:p>
            <a:r>
              <a:rPr lang="pt-BR" sz="1800" dirty="0" err="1"/>
              <a:t>Câmpus</a:t>
            </a:r>
            <a:r>
              <a:rPr lang="pt-BR" sz="1800" dirty="0"/>
              <a:t> Dois Vizinhos</a:t>
            </a:r>
            <a:endParaRPr lang="pt-BR" sz="1800" dirty="0"/>
          </a:p>
          <a:p>
            <a:r>
              <a:rPr lang="pt-BR" sz="1800" dirty="0"/>
              <a:t>Bacharelado em Engenharia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Introdução;</a:t>
            </a:r>
            <a:endParaRPr lang="pt-BR" dirty="0"/>
          </a:p>
          <a:p>
            <a:r>
              <a:rPr lang="pt-BR" dirty="0"/>
              <a:t>Objetivos;</a:t>
            </a:r>
            <a:endParaRPr lang="pt-BR" dirty="0"/>
          </a:p>
          <a:p>
            <a:r>
              <a:rPr lang="pt-BR" dirty="0"/>
              <a:t>Justificativa;</a:t>
            </a:r>
            <a:endParaRPr lang="pt-BR" dirty="0"/>
          </a:p>
          <a:p>
            <a:r>
              <a:rPr lang="pt-BR" dirty="0"/>
              <a:t>Referencial Teórico;</a:t>
            </a:r>
            <a:endParaRPr lang="pt-BR" dirty="0"/>
          </a:p>
          <a:p>
            <a:r>
              <a:rPr lang="pt-BR" dirty="0"/>
              <a:t>Materiais e Métodos;</a:t>
            </a:r>
            <a:endParaRPr lang="pt-BR" dirty="0"/>
          </a:p>
          <a:p>
            <a:r>
              <a:rPr lang="pt-BR" dirty="0"/>
              <a:t>Resultados;</a:t>
            </a:r>
            <a:endParaRPr lang="pt-BR" dirty="0"/>
          </a:p>
          <a:p>
            <a:r>
              <a:rPr lang="pt-BR" dirty="0"/>
              <a:t>Conclusão;</a:t>
            </a:r>
            <a:endParaRPr lang="pt-BR" dirty="0"/>
          </a:p>
          <a:p>
            <a:r>
              <a:rPr lang="pt-BR" dirty="0"/>
              <a:t>Referências.</a:t>
            </a:r>
            <a:endParaRPr lang="pt-BR" dirty="0"/>
          </a:p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0C4D-EA4B-4DE9-8015-5AD1AA4B94B6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Apresentar o contexto geral do assunto de pesquisa e como a proposta do  trabalho se insere nesse assunto;</a:t>
            </a:r>
            <a:endParaRPr lang="pt-BR" altLang="pt-BR" dirty="0"/>
          </a:p>
          <a:p>
            <a:r>
              <a:rPr lang="pt-BR" altLang="pt-BR" dirty="0"/>
              <a:t>Mostrar a necessidade, importância, relevância </a:t>
            </a:r>
            <a:r>
              <a:rPr lang="pt-BR" altLang="pt-BR"/>
              <a:t>do trabalho;</a:t>
            </a:r>
            <a:endParaRPr lang="pt-BR" altLang="pt-BR" dirty="0"/>
          </a:p>
          <a:p>
            <a:r>
              <a:rPr lang="pt-BR" altLang="pt-BR" dirty="0"/>
              <a:t>Não contar os resultados.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DB3D4-49E1-407D-B5A1-8B07292EB724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0000" y="1825624"/>
            <a:ext cx="11120400" cy="4018585"/>
          </a:xfrm>
        </p:spPr>
        <p:txBody>
          <a:bodyPr>
            <a:normAutofit/>
          </a:bodyPr>
          <a:lstStyle/>
          <a:p>
            <a:r>
              <a:rPr lang="pt-BR" altLang="pt-BR" dirty="0"/>
              <a:t>Objetivo geral:</a:t>
            </a:r>
            <a:endParaRPr lang="pt-BR" altLang="pt-BR" dirty="0"/>
          </a:p>
          <a:p>
            <a:pPr lvl="1"/>
            <a:r>
              <a:rPr lang="pt-BR" altLang="pt-BR" dirty="0"/>
              <a:t>Apresentar o objetivo geral do trabalho.</a:t>
            </a:r>
            <a:endParaRPr lang="pt-BR" altLang="pt-BR" dirty="0"/>
          </a:p>
          <a:p>
            <a:r>
              <a:rPr lang="pt-BR" altLang="pt-BR" dirty="0"/>
              <a:t>Objetivos específicos:</a:t>
            </a:r>
            <a:endParaRPr lang="pt-BR" altLang="pt-BR" dirty="0"/>
          </a:p>
          <a:p>
            <a:pPr lvl="1"/>
            <a:r>
              <a:rPr lang="pt-BR" altLang="pt-BR" dirty="0"/>
              <a:t>Listar os objetivos específicos do trabalho.</a:t>
            </a:r>
            <a:endParaRPr lang="pt-BR" altLang="pt-BR" dirty="0"/>
          </a:p>
          <a:p>
            <a:pPr lvl="2"/>
            <a:r>
              <a:rPr lang="pt-BR" altLang="pt-BR" dirty="0"/>
              <a:t>Ações que deverão ser realizadas para atingir o objetivo geral, iniciam com verbo.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E2225-7A10-40CA-A698-D53A1CD237A5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Justificativa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Porque o trabalho foi feito de determinada forma;</a:t>
            </a:r>
            <a:endParaRPr lang="pt-BR" altLang="pt-BR" dirty="0"/>
          </a:p>
          <a:p>
            <a:r>
              <a:rPr lang="pt-BR" altLang="pt-BR" dirty="0"/>
              <a:t>Porque das tecnologias utilizadas;</a:t>
            </a:r>
            <a:endParaRPr lang="pt-BR" altLang="pt-BR" dirty="0"/>
          </a:p>
          <a:p>
            <a:r>
              <a:rPr lang="pt-BR" altLang="pt-BR" dirty="0"/>
              <a:t>Porque do referencial teórico.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55EDE-1A7C-4079-93BF-6F9BCCCF917D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Os principais conceitos envolvidos;</a:t>
            </a:r>
            <a:endParaRPr lang="pt-BR" altLang="pt-BR" dirty="0"/>
          </a:p>
          <a:p>
            <a:r>
              <a:rPr lang="pt-BR" altLang="pt-BR" dirty="0"/>
              <a:t>Preferência para figuras, esquemas e representações gráficas;</a:t>
            </a:r>
            <a:endParaRPr lang="pt-BR" altLang="pt-BR" dirty="0"/>
          </a:p>
          <a:p>
            <a:r>
              <a:rPr lang="pt-BR" altLang="pt-BR" dirty="0"/>
              <a:t>Apresentar a essência da fundamentação do trabalho.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80BC-5FFA-46FC-A4D6-1075C0E99A75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Materiais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Listagem das ferramentas e tecnologias utilizadas;</a:t>
            </a:r>
            <a:endParaRPr lang="pt-BR" altLang="pt-BR" dirty="0"/>
          </a:p>
          <a:p>
            <a:r>
              <a:rPr lang="pt-BR" altLang="pt-BR" dirty="0"/>
              <a:t>Citar e contar para que foram utilizadas;</a:t>
            </a:r>
            <a:endParaRPr lang="pt-BR" altLang="pt-BR" dirty="0"/>
          </a:p>
          <a:p>
            <a:r>
              <a:rPr lang="pt-BR" altLang="pt-BR" dirty="0"/>
              <a:t>Contar aspectos relevantes de configuração, instalação e uso;</a:t>
            </a:r>
            <a:endParaRPr lang="pt-BR" altLang="pt-BR" dirty="0"/>
          </a:p>
          <a:p>
            <a:r>
              <a:rPr lang="pt-BR" altLang="pt-BR" dirty="0"/>
              <a:t>Justificar a escolha dos materiais, caso seja relevante.</a:t>
            </a:r>
            <a:endParaRPr lang="en-US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85D7-31D1-4F5D-9C3C-C5A32F943051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As etapas, passos, para realizar o trabalho;</a:t>
            </a:r>
            <a:endParaRPr lang="pt-BR" altLang="pt-BR" dirty="0"/>
          </a:p>
          <a:p>
            <a:r>
              <a:rPr lang="pt-BR" altLang="pt-BR" dirty="0"/>
              <a:t>Apresentar como o trabalho foi conduzido e realizado.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06B9C-7D8F-4551-81DC-EFDC396797E0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(1/3)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Parte opcional para TCC 1.</a:t>
            </a:r>
            <a:endParaRPr lang="pt-BR" altLang="pt-BR" dirty="0"/>
          </a:p>
          <a:p>
            <a:endParaRPr lang="pt-BR" altLang="pt-BR" dirty="0"/>
          </a:p>
          <a:p>
            <a:r>
              <a:rPr lang="pt-BR" altLang="pt-BR" dirty="0"/>
              <a:t>Apresentação:</a:t>
            </a:r>
            <a:endParaRPr lang="pt-BR" altLang="pt-BR" dirty="0"/>
          </a:p>
          <a:p>
            <a:pPr lvl="1"/>
            <a:r>
              <a:rPr lang="pt-BR" altLang="pt-BR" dirty="0"/>
              <a:t>Contar rapidamente:</a:t>
            </a:r>
            <a:endParaRPr lang="pt-BR" altLang="pt-BR" dirty="0"/>
          </a:p>
          <a:p>
            <a:pPr lvl="2"/>
            <a:r>
              <a:rPr lang="pt-BR" altLang="pt-BR" dirty="0"/>
              <a:t>O que é o protótipo, o que o sistema faz, para que serve, suas principais funcionalidades e finalidade (caso seja um </a:t>
            </a:r>
            <a:r>
              <a:rPr lang="pt-BR" altLang="pt-BR" i="1" dirty="0"/>
              <a:t>software</a:t>
            </a:r>
            <a:r>
              <a:rPr lang="pt-BR" altLang="pt-BR" dirty="0"/>
              <a:t>);</a:t>
            </a:r>
            <a:endParaRPr lang="pt-BR" altLang="pt-BR" dirty="0"/>
          </a:p>
          <a:p>
            <a:pPr lvl="2"/>
            <a:r>
              <a:rPr lang="pt-BR" altLang="pt-BR" dirty="0"/>
              <a:t>Qual é o processo, sua aplicação, suas características (para o caso de um processo/modelagem);</a:t>
            </a:r>
            <a:endParaRPr lang="pt-BR" altLang="pt-BR" dirty="0"/>
          </a:p>
          <a:p>
            <a:pPr lvl="2"/>
            <a:r>
              <a:rPr lang="pt-BR" altLang="pt-BR" dirty="0"/>
              <a:t>...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27D4-DFB0-4917-B74D-92EF345F9E90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(2/3)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0000" y="1825624"/>
            <a:ext cx="11120400" cy="4530725"/>
          </a:xfrm>
        </p:spPr>
        <p:txBody>
          <a:bodyPr>
            <a:normAutofit/>
          </a:bodyPr>
          <a:lstStyle/>
          <a:p>
            <a:r>
              <a:rPr lang="pt-BR" altLang="pt-BR" dirty="0"/>
              <a:t>Modelagem:</a:t>
            </a:r>
            <a:endParaRPr lang="pt-BR" altLang="pt-BR" dirty="0"/>
          </a:p>
          <a:p>
            <a:pPr lvl="1"/>
            <a:r>
              <a:rPr lang="pt-BR" altLang="pt-BR" dirty="0"/>
              <a:t>Diagramas mais significativos;</a:t>
            </a:r>
            <a:endParaRPr lang="pt-BR" altLang="pt-BR" dirty="0"/>
          </a:p>
          <a:p>
            <a:pPr lvl="1"/>
            <a:r>
              <a:rPr lang="pt-BR" altLang="pt-BR" dirty="0"/>
              <a:t>Apresentar os aspectos mais relevantes, tentando enfatizar os recursos utilizados.</a:t>
            </a:r>
            <a:endParaRPr lang="pt-BR" altLang="pt-BR" dirty="0"/>
          </a:p>
          <a:p>
            <a:r>
              <a:rPr lang="pt-BR" altLang="pt-BR" dirty="0"/>
              <a:t>Descrição:</a:t>
            </a:r>
            <a:endParaRPr lang="pt-BR" altLang="pt-BR" dirty="0"/>
          </a:p>
          <a:p>
            <a:pPr lvl="1"/>
            <a:r>
              <a:rPr lang="pt-BR" altLang="pt-BR" dirty="0"/>
              <a:t>Apresentação técnica, enfatizando funcionalidades, validações, procedimentos e regras de negócio, aspectos de interação;</a:t>
            </a:r>
            <a:endParaRPr lang="pt-BR" altLang="pt-BR" dirty="0"/>
          </a:p>
          <a:p>
            <a:pPr lvl="1"/>
            <a:r>
              <a:rPr lang="pt-BR" altLang="pt-BR" dirty="0"/>
              <a:t>A apresentação técnica visando mostrar funcionalidades do ponto de vista técnico.</a:t>
            </a:r>
            <a:endParaRPr lang="en-US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33F9-F097-44C2-BB7E-9CE9082245DF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(3/3)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Caso o trabalho tenha gerado um </a:t>
            </a:r>
            <a:r>
              <a:rPr lang="pt-BR" altLang="pt-BR" i="1" dirty="0"/>
              <a:t>software:</a:t>
            </a:r>
            <a:endParaRPr lang="pt-BR" altLang="pt-BR" i="1" dirty="0"/>
          </a:p>
          <a:p>
            <a:pPr lvl="1"/>
            <a:r>
              <a:rPr lang="pt-BR" altLang="pt-BR" dirty="0"/>
              <a:t>Fazer uso do mesmo explicando as principais funcionalidades implementadas e os recursos das tecnologias utilizadas;</a:t>
            </a:r>
            <a:endParaRPr lang="pt-BR" altLang="pt-BR" dirty="0"/>
          </a:p>
          <a:p>
            <a:pPr lvl="1"/>
            <a:r>
              <a:rPr lang="pt-BR" altLang="pt-BR" dirty="0"/>
              <a:t>Exemplificar o código, apresentando o uso de recursos das tecnologias e de conceitos;</a:t>
            </a:r>
            <a:endParaRPr lang="pt-BR" altLang="pt-BR" dirty="0"/>
          </a:p>
          <a:p>
            <a:pPr lvl="1"/>
            <a:r>
              <a:rPr lang="pt-BR" altLang="pt-BR" dirty="0"/>
              <a:t>A apresentação do código-fonte pode ser realizada:</a:t>
            </a:r>
            <a:endParaRPr lang="pt-BR" altLang="pt-BR" dirty="0"/>
          </a:p>
          <a:p>
            <a:pPr lvl="2"/>
            <a:r>
              <a:rPr lang="pt-BR" altLang="pt-BR" dirty="0"/>
              <a:t>Por meio da própria IDE de desenvolvimento;</a:t>
            </a:r>
            <a:endParaRPr lang="pt-BR" altLang="pt-BR" dirty="0"/>
          </a:p>
          <a:p>
            <a:pPr lvl="2"/>
            <a:r>
              <a:rPr lang="pt-BR" altLang="pt-BR" dirty="0"/>
              <a:t>Por meio de partes de código-fonte coladas na apresentação, desde que o código-fonte na apresentação fique legível.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13631-90DE-48E4-984B-73F0F81993DC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Fazer um breve resumo do trabalho indicando que o objetivo foi atendido;</a:t>
            </a:r>
            <a:endParaRPr lang="pt-BR" altLang="pt-BR" dirty="0"/>
          </a:p>
          <a:p>
            <a:r>
              <a:rPr lang="pt-BR" altLang="pt-BR" dirty="0"/>
              <a:t>As dificuldades encontradas e como foram superadas;</a:t>
            </a:r>
            <a:endParaRPr lang="pt-BR" altLang="pt-BR" dirty="0"/>
          </a:p>
          <a:p>
            <a:r>
              <a:rPr lang="pt-BR" altLang="pt-BR" dirty="0"/>
              <a:t>As vantagens das tecnologias utilizadas;</a:t>
            </a:r>
            <a:endParaRPr lang="pt-BR" altLang="pt-BR" dirty="0"/>
          </a:p>
          <a:p>
            <a:pPr lvl="1"/>
            <a:r>
              <a:rPr lang="pt-BR" altLang="pt-BR" dirty="0"/>
              <a:t>Centrar em aspectos técnicos.</a:t>
            </a:r>
            <a:endParaRPr lang="pt-BR" altLang="pt-BR" dirty="0"/>
          </a:p>
          <a:p>
            <a:r>
              <a:rPr lang="pt-BR" altLang="pt-BR" dirty="0"/>
              <a:t>Os próximos passos (o que será feito no TCC 2);</a:t>
            </a:r>
            <a:endParaRPr lang="pt-BR" altLang="pt-BR" dirty="0"/>
          </a:p>
          <a:p>
            <a:r>
              <a:rPr lang="pt-BR" altLang="pt-BR" dirty="0"/>
              <a:t>Trabalhos futuros (caso seja apresentação de TCC 2).</a:t>
            </a:r>
            <a:endParaRPr lang="en-US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92BDC-8655-4949-8AA5-C5CC1E159FC6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Listar todas as referências citadas na apresentação.</a:t>
            </a:r>
            <a:endParaRPr lang="pt-BR" altLang="pt-BR" dirty="0"/>
          </a:p>
          <a:p>
            <a:pPr lvl="1"/>
            <a:r>
              <a:rPr lang="pt-BR" altLang="pt-BR" dirty="0"/>
              <a:t>NÃO é uma lista com todas as referências do trabalho.</a:t>
            </a:r>
            <a:endParaRPr lang="en-US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9426-F734-4D50-B9E4-BEF9D0A2D624}" type="slidenum">
              <a:rPr lang="pt-BR" smtClean="0"/>
            </a:fld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CC667-B567-4315-B405-D5AEF407A4BB}" type="datetime1">
              <a:rPr lang="pt-BR" smtClean="0"/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Título do Trabalho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178104"/>
            <a:ext cx="9144000" cy="1759057"/>
          </a:xfrm>
        </p:spPr>
        <p:txBody>
          <a:bodyPr>
            <a:normAutofit/>
          </a:bodyPr>
          <a:lstStyle/>
          <a:p>
            <a:r>
              <a:rPr lang="pt-BR" dirty="0"/>
              <a:t>Trabalho de Conclusão de Curso (1 ou 2)</a:t>
            </a:r>
            <a:endParaRPr lang="pt-BR" dirty="0"/>
          </a:p>
          <a:p>
            <a:r>
              <a:rPr lang="pt-BR" dirty="0"/>
              <a:t>Discente: Nome Completo</a:t>
            </a:r>
            <a:endParaRPr lang="pt-BR" dirty="0"/>
          </a:p>
          <a:p>
            <a:r>
              <a:rPr lang="pt-BR" dirty="0"/>
              <a:t>Orientador: Prof. Fulano de Tal</a:t>
            </a:r>
          </a:p>
        </p:txBody>
      </p:sp>
      <p:sp>
        <p:nvSpPr>
          <p:cNvPr id="4" name="Subtítulo 2"/>
          <p:cNvSpPr txBox="1"/>
          <p:nvPr/>
        </p:nvSpPr>
        <p:spPr>
          <a:xfrm>
            <a:off x="1524000" y="332662"/>
            <a:ext cx="9144000" cy="1759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800" dirty="0"/>
              <a:t>Universidade Tecnológica Federal do Paraná</a:t>
            </a:r>
            <a:endParaRPr lang="pt-BR" sz="1800" dirty="0"/>
          </a:p>
          <a:p>
            <a:r>
              <a:rPr lang="pt-BR" sz="1800" dirty="0" err="1"/>
              <a:t>Câmpus</a:t>
            </a:r>
            <a:r>
              <a:rPr lang="pt-BR" sz="1800" dirty="0"/>
              <a:t> Dois Vizinhos</a:t>
            </a:r>
            <a:endParaRPr lang="pt-BR" sz="1800" dirty="0"/>
          </a:p>
          <a:p>
            <a:r>
              <a:rPr lang="pt-BR" sz="1800" dirty="0"/>
              <a:t>Bacharelado em Engenharia de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3112</Words>
  <Application>Kingsoft Office WPP</Application>
  <PresentationFormat>Widescreen</PresentationFormat>
  <Paragraphs>160</Paragraphs>
  <Slides>14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Tema do Office</vt:lpstr>
      <vt:lpstr>Título do Trabalho</vt:lpstr>
      <vt:lpstr>Sumário</vt:lpstr>
      <vt:lpstr>Introdução</vt:lpstr>
      <vt:lpstr>Objetivos</vt:lpstr>
      <vt:lpstr>Justificativa</vt:lpstr>
      <vt:lpstr>Referencial Teórico</vt:lpstr>
      <vt:lpstr>Materiais</vt:lpstr>
      <vt:lpstr>Métodos</vt:lpstr>
      <vt:lpstr>Resultados (1/3)</vt:lpstr>
      <vt:lpstr>Resultados (2/3)</vt:lpstr>
      <vt:lpstr>Resultados (3/3)</vt:lpstr>
      <vt:lpstr>Conclusão</vt:lpstr>
      <vt:lpstr>Referências</vt:lpstr>
      <vt:lpstr>Título do Trabalho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Newton Will</dc:creator>
  <cp:lastModifiedBy>newton</cp:lastModifiedBy>
  <cp:revision>97</cp:revision>
  <dcterms:created xsi:type="dcterms:W3CDTF">2018-08-22T20:36:30Z</dcterms:created>
  <dcterms:modified xsi:type="dcterms:W3CDTF">2018-08-22T20:36:30Z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1046-10.1.0.5707</vt:lpwstr>
  </property>
</Properties>
</file>